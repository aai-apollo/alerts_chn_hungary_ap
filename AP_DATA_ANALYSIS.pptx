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PCR AP Yield-Alert System</a:t>
            </a:r>
          </a:p>
          <a:p>
            <a:r>
              <a:rPr sz="2800">
                <a:solidFill>
                  <a:srgbClr val="DEE8F5"/>
                </a:solidFill>
              </a:rPr>
              <a:t>Complete Process Guide</a:t>
            </a:r>
          </a:p>
          <a:p>
            <a:r>
              <a:rPr sz="1500">
                <a:solidFill>
                  <a:srgbClr val="DEE8F5"/>
                </a:solidFill>
              </a:rPr>
              <a:t>Redshift -&gt; MongoDB -&gt; Lots &amp; Alerts -&gt; Teams / PDF    (+ HOME data pipeline)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764"/>
                </a:solidFill>
              </a:rPr>
              <a:t>1. Big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54864"/>
          </a:xfrm>
          <a:prstGeom prst="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The plant measures every tyre for three quality dimensions.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Raw measurements live in the Redshift data warehouse.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app.py: reads -&gt; cleans/renames -&gt; stores -&gt; lots -&gt; compares -&gt; alerts -&gt; Teams/PDF.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data_clean_process_half_hour.py: the HOME copy of the clean/merged data (no alerts).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444444"/>
                </a:solidFill>
              </a:rPr>
              <a:t>– Uniformity (UFM), Balancing (BAL), Geometry (GEO).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Two modes: WITH lot size (fixed lots) and WITHOUT lot size (one lot per machine).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764"/>
                </a:solidFill>
              </a:rPr>
              <a:t>2. The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54864"/>
          </a:xfrm>
          <a:prstGeom prst="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4413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app.py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Alert Engine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Read, clean, store, lots, yields, alerts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data_clean_process_half_hour.py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HOME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Same read+clean+merge into HOME DBs; no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trigger_mail.py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Notifier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PDFs + Teams summary + email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config.py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DB/collection names, 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mail_config.py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Email auth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Graph token + shared mailbox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production_db.py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Redshift connector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Opens connection, runs 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764"/>
                </a:solidFill>
              </a:rPr>
              <a:t>3. End-to-End Data Flow (app.py)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54864"/>
          </a:xfrm>
          <a:prstGeom prst="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1. Set time window.  2. Get active GT codes.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3. Redshift q1 (uniformity), q2 (geometry), q3 (balancing), q4 (CIMCORP).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4. Keep raw in memory; log to file_tracking.file_metadata.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5. Clean -&gt; all_combined_data.* -&gt; build the two merged collections.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6. Alerts: UFM/TBM/Curing WITH lot size, then WITHOUT lot size.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764"/>
                </a:solidFill>
              </a:rPr>
              <a:t>4. Reading from Redshift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54864"/>
          </a:xfrm>
          <a:prstGeom prst="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3891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Query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Join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Uniformity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sc_ufs.t_pertiretu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Geometry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sc_ufs.t_pertiretg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Balancing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t_pertiretg JOIN t_pertiretu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ON barcode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CIMCORP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t_pertiretu + transportationunit + ufmtesting + visualinspection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barcode; transportationunitid (LEFT)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749039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Filter: ptime in [start, end) AND attribute1 IN (GT codes).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barcode = tyre key; transportationunitid links warehouse + visual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764"/>
                </a:solidFill>
              </a:rPr>
              <a:t>5. Cleaning &amp; Renaming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54864"/>
          </a:xfrm>
          <a:prstGeom prst="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mvarval10 -&gt; rfpp_cw_kg; grade prefixes tu_/tb_/tg_ kept.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attribute1-&gt;gt_code, tbm_stage2-&gt;tbm, cavity-&gt;curing_press, machinenum-&gt;ubno, ptime-&gt;date_of_ufm.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Drops invalid/missing barcodes, removes duplicates, fixes types.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Full column dictionary in the Word document (Appendix 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764"/>
                </a:solidFill>
              </a:rPr>
              <a:t>6. Storing Data in MongoDB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54864"/>
          </a:xfrm>
          <a:prstGeom prst="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7548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Collection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Contents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all_combined_data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all_combined_{uniformity,balancing,geometry}_data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Cleaned per stage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..._merged_cleaned_data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data_merged_combined_uniform_balan_geo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Merged WITH lot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..._merged_cleaned_data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new_data_merged_combined_uniform_balan_geo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Merged WITHOUT lot size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file_tracking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file_metadata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Load log (raw not persisted)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CIMCORP columns merged by barcode: ufm_testing_result, visualinspection_result (+ timestamps).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764"/>
                </a:solidFill>
              </a:rPr>
              <a:t>7. Lot Creation (Lot IDs)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54864"/>
          </a:xfrm>
          <a:prstGeom prst="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A lot = tyres from one machine + one product. TBM by tbm; Curing by press+mould; UFM by ubno.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lot_id = STAGE_machine_model_n   (e.g. TBM_12151_GT17917_1).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machine_model_lot_id = machine_model_STAGE_machine_model_n_barcodeCount.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previous_* chains to the prior lot.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WITH lot size: fixed size, active machines, partial tail dropped.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WITHOUT lot size: ALL barcodes = one lot, every machine, no null lot ids.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764"/>
                </a:solidFill>
              </a:rPr>
              <a:t>8. Thresholds, Specs &amp; Alerts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54864"/>
          </a:xfrm>
          <a:prstGeom prst="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Threshold shift: (current - previous) &gt; threshold_value_&lt;param&gt; (default 5; cony abs).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Spec shift: current &gt; spec_&lt;param&gt; (default 0; cony symmetric).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Yields reversed: spec shift when current &lt; spec_yield.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shift_occurred = threshold OR spec.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A lot becomes a TRIGGERING alert only when &gt;=1 machine shifted.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764"/>
                </a:solidFill>
              </a:rPr>
              <a:t>9. Yield Calculations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54864"/>
          </a:xfrm>
          <a:prstGeom prst="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7548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Yield family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Denominator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Numerator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Class OE (oe/bal/geo)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tu/tb/tg_class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{TX,T1..T8}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{T1,T2,T3,T4}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Grade (rfv, rfh1...)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grade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non-empty grade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grade in A/B/C/D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warehouse_yield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ufm_testing_result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{OE1, Repl}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OE1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visual_yield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visualinspection_result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{OK, NOK}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rank_counts: count tyres per grade/class when a yield deviates (e.g. tu_class_T1: 83).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764"/>
                </a:solidFill>
              </a:rPr>
              <a:t>10. Where Alerts Are Stored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54864"/>
          </a:xfrm>
          <a:prstGeom prst="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419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What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Collection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Lot register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lot_db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lot_&lt;stage&gt;_table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Lot averages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average_db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averages_&lt;stage&gt;_table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Alert table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alert_table_final_yield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alert_&lt;stage&gt;_table_with_lot_size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Deviated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alert_deviated_final_yield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alert_&lt;stage&gt;_with_lot_size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Triggering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alert_db_virgin_yield + alert_db_final_yield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alert_triggering_&lt;stage&gt;_with_lot_size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Flags: alert_flag=False, dashboard_flag=False, alert_status_check="o".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764"/>
                </a:solidFill>
              </a:rPr>
              <a:t>11. Teams &amp; PDF (trigger_mail.py)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54864"/>
          </a:xfrm>
          <a:prstGeom prst="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Reads alert_db_virgin_yield.alert_triggering_* where alert_flag=False.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Recipients from alert_mail_db.alert_users (is_alert_user=True).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Teams: MessageCard summary + deviated-parameter notes (no PDF attached).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PDF per alert (fpdf): details, PREV/CURRENT/DIFF, SPEC, barcodes, shift data.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Email via Microsoft Graph sendMail; batched &lt; 20 MB / &lt;= 180 attachments.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On HTTP 202, alert_flag set True so it is never re-sent.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764"/>
                </a:solidFill>
              </a:rPr>
              <a:t>12. HOME Pipeline — data_clean_process_half_hour.py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54864"/>
          </a:xfrm>
          <a:prstGeom prst="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A second, parallel pipeline: same Redshift read + clean + merge as app.py.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Writes to a SEPARATE set of HOME databases (the home dashboard copy).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ONLY prepares/stores data — NO lots, NO alerts, NO Teams/PDF.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Log file: logs/log_home_{date}.txt.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ensure_admin_collection_exists() seeds alert_mail_db admin/users if empty.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Raw IS persisted to *_HOME; final merged = data_merged_combined_uniform_balan_geo_home.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764"/>
                </a:solidFill>
              </a:rPr>
              <a:t>12b. HOME vs Main —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54864"/>
          </a:xfrm>
          <a:prstGeom prst="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1148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app.py (main)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half_hour.py (HOME)</a:t>
                      </a:r>
                    </a:p>
                  </a:txBody>
                  <a:tcPr>
                    <a:solidFill>
                      <a:srgbClr val="2E5BA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Queries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q1-q4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q1-q4 (identical)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Cleaning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clean_* functions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Same functions/renames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Raw persistence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Not saved (memory)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Saved to *_HOME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Combined per-stage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all_combined_data.*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all_combined_data_home.*_home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Merged collection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data_merged_combined_uniform_balan_geo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..._uniform_balan_geo_home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Append vs refresh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Append-only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De-dup by (barcode, gt_code)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Lots/alerts/Teams/PDF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DEE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764"/>
                </a:solidFill>
              </a:rPr>
              <a:t>Key Takeaways for a New Joiner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54864"/>
          </a:xfrm>
          <a:prstGeom prst="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Everything starts from barcode + GT code + ptime in Redshift.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app.py produces data + alerts; trigger_mail.py sends them.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data_clean_process_half_hour.py makes the HOME copy of the clean/merged data.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An alert fires when a lot drifts vs the previous lot (threshold) or breaks spec.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Full details, every column, and all SQL are in PROCESS_GUIDE.docx / 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