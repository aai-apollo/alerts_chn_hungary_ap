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3" r:id="rId27"/>
    <p:sldId id="284" r:id="rId28"/>
    <p:sldId id="285" r:id="rId29"/>
    <p:sldId id="287" r:id="rId30"/>
    <p:sldId id="288" r:id="rId31"/>
    <p:sldId id="289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CHN (Chennai PCR)</a:t>
            </a:r>
          </a:p>
          <a:p>
            <a:pPr algn="ctr"/>
            <a:r>
              <a:rPr sz="3400" b="1">
                <a:solidFill>
                  <a:srgbClr val="8FC2F0"/>
                </a:solidFill>
                <a:latin typeface="Calibri"/>
              </a:rPr>
              <a:t>Tyre Quality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endParaRPr sz="1800" b="0" dirty="0">
              <a:solidFill>
                <a:srgbClr val="CFE0F0"/>
              </a:solidFill>
              <a:latin typeface="Calibri"/>
            </a:endParaRPr>
          </a:p>
          <a:p>
            <a:pPr algn="ctr"/>
            <a:r>
              <a:rPr sz="1500" b="0" dirty="0">
                <a:solidFill>
                  <a:srgbClr val="FFFFFF"/>
                </a:solidFill>
                <a:latin typeface="Calibri"/>
              </a:rPr>
              <a:t>From Redshift  -&gt;  MongoDB  -&gt;  Alerts  -&gt;  PDF / Email / Microsoft Teams</a:t>
            </a:r>
          </a:p>
          <a:p>
            <a:pPr algn="ctr"/>
            <a:endParaRPr sz="15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- 1. One-minute summary - what the system does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- 2. The big picture (architecture)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- 3. Data sources - Redshift tables &amp; columns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- 4. Primary key / Foreign key relationships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- 5. The 4 reading steps (STEP1 to STEP4)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- 6. All columns used (nothing skipped)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- 7. Cleaning, renaming &amp; merging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- 8. MongoDB databases &amp; collections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- 9. Lot formation &amp; alert conditions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- 10. Virgin vs Final yield &amp; delivery (PDF/Teams)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this system does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Watch every tyre, remember its full journey, shout when quality drifts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Each tyre carries a BARCODE - the thread that links every machine's record for one tyre.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Reads the latest tyres that finished UFM (Uniformity) testing from Amazon Redshift.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Gathers each tyre's history: TBM (building), Curing (vulcanising), Repair / Stock-unit (defects &amp; scrap).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Cleans + merges into one record per tyre and stores it in MongoDB.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Groups tyres into LOTS, computes averages &amp; yields, compares vs SPEC limits and vs the PREVIOUS lot.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When a quality shift / deviation is detected -&gt; raises an ALERT.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3A5F"/>
                </a:solidFill>
                <a:latin typeface="Calibri"/>
              </a:rPr>
              <a:t>- trigger_mail.py turns each alert into a PDF, emails it (Microsoft Graph), and posts a Teams summary.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big picture (architecture)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48463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REDSHIFT (source)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2432304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ubtable -&gt; UFM results (STEP1)
transportationunit -&gt; barcode&lt;-&gt;carrier (bridge)
tbm -&gt; building (STEP2)
curing -&gt; curing (STEP3)
uftesting -&gt; result
repair -&gt; defect/scrap (STEP4)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651760" cy="48463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651760" cy="384048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737360"/>
            <a:ext cx="2432304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1. Read barcodes (UFM)
2. Enrich TBM/Curing/Repair
3. Clean + rename + merge
4. Form lots + yields
5. Compare vs SPEC &amp; previous lot
6. Detect shift
7. Write to MongoDB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51760" cy="48463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651760" cy="384048"/>
          </a:xfrm>
          <a:prstGeom prst="rect">
            <a:avLst/>
          </a:prstGeom>
          <a:solidFill>
            <a:srgbClr val="1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8016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737360"/>
            <a:ext cx="2432304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production_db (config)
model_workcenter_db (active)
all_combined_data
TUB_CIMCORP_merged...
lot_db / average_db
alert_* databases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280160"/>
            <a:ext cx="2651760" cy="48463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1280160"/>
            <a:ext cx="265176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1280160"/>
            <a:ext cx="2651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trigger_mail.py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737360"/>
            <a:ext cx="2432304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Reads alerts
-&gt; builds PDF report
-&gt; emails via MS Graph
-&gt; posts summary to
   Microsoft Teams
Marks alert as 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38328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6A0DAD"/>
                </a:solidFill>
                <a:latin typeface="Calibri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338328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6A0DAD"/>
                </a:solidFill>
                <a:latin typeface="Calibri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38328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6A0DAD"/>
                </a:solidFill>
                <a:latin typeface="Calibri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sources - Redshift tables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Schemas: sc_tub_pcr (UFM) and sc_cimcorp_pcr (building/curing/testing/repair)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9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1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columns used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sc_tub_pcr.ubtable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UFM / uniformity (STEP1)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barcode, modelno, sizecode, ranks, con_kgf, total_rank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sc_cimcorp_pcr.transportationunit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barcode &lt;-&gt; carrier (bridge)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barcode, transportationunitid, created_at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sc_cimcorp_pcr.tbm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building machine (STEP2)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deviceid-&gt;tbm, timestamp-&gt;tbm_buildtime, gttypeid-&gt;tbm_gtcode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sc_cimcorp_pcr.curing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curing press/mould (STEP3)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machinenumber-&gt;curing_press, mouldid-&gt;curing_mouldid, timestamp-&gt;curing_infeedtime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sc_cimcorp_pcr.uftesting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pass/fail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result-&gt;uftesting_result (OE1/Repl)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sc_cimcorp_pcr.repair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stock-unit repair (STEP4)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operation (defect / scrap)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Primary key / Foreign key relationships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barcode and transportationunitid stitch everything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5EA8"/>
                </a:solidFill>
                <a:latin typeface="Calibri"/>
              </a:rPr>
              <a:t>PK  barcode</a:t>
            </a:r>
          </a:p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    ubtable  (STEP1 reads here)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      |  barcode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      v</a:t>
            </a:r>
          </a:p>
          <a:p>
            <a:pPr algn="l"/>
            <a:r>
              <a:rPr sz="1600" b="1">
                <a:solidFill>
                  <a:srgbClr val="6A0DAD"/>
                </a:solidFill>
                <a:latin typeface="Calibri"/>
              </a:rPr>
              <a:t>PK  transportationunitid</a:t>
            </a:r>
          </a:p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    transportationunit  (BRIDGE)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      |  transportationunitid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 +----+------+-------+------+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 v    v      v      v</a:t>
            </a:r>
          </a:p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  tbm  curing uftesting repair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 STEP2 STEP3  result   STEP4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37160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Join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ubtable -&gt; transportationunit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barcode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-&gt; tbm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id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JOIN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-&gt; curing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-&gt; uftesting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id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LEFT JOIN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-&gt;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TU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LEFT JOIN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4114800"/>
            <a:ext cx="5669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LEFT JOIN on uftesting &amp; repair keeps the tyre even when a test result or repair record is missing (value becomes Unknown).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1 - Read barcodes (UFM) by timestamp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Source: sc_tub_pcr.ubtable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Reads barcodes + ALL uniformity columns for tyres tested in the chosen time window.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Time filter (hourly cron): get_prev_hour_range() -&gt; query_date, start_time, end_time (previous full hour, IST).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Model filter: only models present in MongoDB production_db.channel_no_ufm.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10881360" cy="21031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SELECT *</a:t>
            </a:r>
          </a:p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FROM sc_tub_pcr.ubtable</a:t>
            </a:r>
          </a:p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WHERE date = '{query_date}'</a:t>
            </a:r>
          </a:p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  AND time &gt;= '{start_time}' AND time &lt; '{end_time}'</a:t>
            </a:r>
          </a:p>
          <a:p>
            <a:pPr algn="l"/>
            <a:r>
              <a:rPr sz="1300" b="0">
                <a:solidFill>
                  <a:srgbClr val="444444"/>
                </a:solidFill>
                <a:latin typeface="Calibri"/>
              </a:rPr>
              <a:t>  AND modelno IN ({modelno_sql});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2 / 3 / 4 - Walk the tyre's history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Reached through the transportationunit bridge; ALL columns kept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38404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2 - TBM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3346704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sc_cimcorp_pcr.tbm
- tbm (from deviceid)
- tbm_buildtime (timestamp)
- tbm_gtcode (gttypeid)
+ ALL other TBM columns (tbm.*)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38404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384048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3 - Curing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28800"/>
            <a:ext cx="3346704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sc_cimcorp_pcr.curing
- curing_press (machinenumber)
- curing_mouldid (mouldid)
- curing_infeedtime (timestamp)
+ ALL other curing columns (curing.*)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38404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566160" cy="384048"/>
          </a:xfrm>
          <a:prstGeom prst="rect">
            <a:avLst/>
          </a:prstGeom>
          <a:solidFill>
            <a:srgbClr val="1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4 - 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28800"/>
            <a:ext cx="3346704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sc_cimcorp_pcr.repair
- operation
  (defect / scrap data)
Combined with uftesting.result
to classify: OE1 / Repl / Unknown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Query 2 (q2) performs STEP2 + STEP3 + STEP4 in ONE SQL: JOIN tbm &amp; curing, LEFT JOIN uftesting &amp; repair, filtered by gttypeid.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All columns used - nothing skipped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47548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14 Numeric params (averaged)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3438144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con_kgf, cwrfv_oa_kgf,
ccwrfv_oa_kgf, cwrfv_oa1h_kgf,
ccwrfv_oa1h_kgf, lfv_oa_kgf,
lfv_oa_1_kgf, upper_g, lower_g,
static_g, up_low_g, load1, airpress1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47548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384048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28016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28 Yields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737360"/>
            <a:ext cx="3438144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total_rank, rfv, rfh1, lfv, conicity,
ufm, rorank, radial_runout(+1h),
lateral_run_out(+top/bottom/1h),
bulge(+top/bottom), dent(+top/bottom),
balancing, upper, lower, upper_lower,
static, warehouse, 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3657600" cy="47548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384048"/>
          </a:xfrm>
          <a:prstGeom prst="rect">
            <a:avLst/>
          </a:prstGeom>
          <a:solidFill>
            <a:srgbClr val="1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28016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29 Rank columns (1-5 grades)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37360"/>
            <a:ext cx="3438144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total_rank, cwrfv/ccwrfv ranks,
lfv ranks, con_rank, ufm_rank,
rc_oa(+1h), rorank, lt/lb(+1h),
derived: lateral_run_out_rank,
bulge_rank, dent_overall_rank,
bal/upper/lower/up_low/static ranks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Cleaning, renaming &amp; merging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1F3A5F"/>
                </a:solidFill>
                <a:latin typeface="Calibri"/>
              </a:rPr>
              <a:t>- clean_tub_data: drop invalid barcodes, normalise columns, add derived ranks (max of a pair), build date_and_time &amp; lot_id.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lateral_run_out_rank = max(lt_oa_rank, lb_oa_rank)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bulge_rank = max(ltbulg_rank, lbbulg_rank)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dent_overall_rank = max(dent_rank, dent1_rank)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F3A5F"/>
                </a:solidFill>
                <a:latin typeface="Calibri"/>
              </a:rPr>
              <a:t>- clean_cimcorp_data: rename deviceid_x-&gt;tbm, timestamp_x-&gt;tbm_buildtime, machinenumber-&gt;curing_press, mouldid-&gt;curing_mouldid, gttypeid-&gt;tbm_gtcode, skutypeid-&gt;sku.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1F3A5F"/>
                </a:solidFill>
                <a:latin typeface="Calibri"/>
              </a:rPr>
              <a:t>- Shifts: A 07:00-14:59, B 15:00-22:59, C 23:00-06:59 (next day).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Re-classification conditions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5394959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5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result=Unknown &amp; operation&lt;&gt;Unknown &amp; total_rank in {1,2,3}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Repl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operation=Unknown &amp; total_rank in {1,2}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OE1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result=Unknown &amp; operation=Unknown &amp; total_rank=3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Repl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3931920"/>
            <a:ext cx="5394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444444"/>
                </a:solidFill>
                <a:latin typeface="Calibri"/>
              </a:rPr>
              <a:t>Merge joins CIMCORP &lt;-&gt; TUB on gt_code (from channel_no_ufm, exploded), maps sku-&gt;modelno, writes to data_mereged_tub / data_mereged_dashboard (+ new_* duplicates).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MongoDB - databases &amp; collections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38" cy="291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3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Key collections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Config / what to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production_db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channel_no_ufm / _tbm / _curing, machine_no, ub_machine_no, curing_press_dict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Active machines/models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model_workcenter_db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tbm_gtcodes/tbm_machine, curing_modelno/curing_machine, ufm_modelno/ufm_machine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Cleaned &amp; 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all_combined_data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all_combined_tub_data, all_combined_cimcorp_data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Merged (lot input)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TUB_CIMCORP_merged...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data_mereged_tub, data_mereged_dashboard, new_*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Lots &amp; averages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lot_db / average_db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lot_*_table(_new), averages_*_table(_new)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Alerts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alert_table / alert_db / alert_db_dashboard / alert_deviated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alert_triggering_*, alert_*_table_*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Virgin / Final 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alert_db_virgin_yield / alert_db_final_yield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+ alert_table_final_yield, alert_deviated_final_yield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Mail / users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alert_mail_db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admin_table, alert_users (is_alert_user: true)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Lot formation &amp; alert conditions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Same pattern for TBM, Curing, UFM (with &amp; without lot size)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Filter to active models &amp; machines; group by machine; sort by time; slice into lots of lot_size.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Each lot: compute mean of 14 numeric params + 28 yields.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Compare current lot vs SPEC limits AND vs the previous lot.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shift_occurred = threshold shift OR spec shift.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Any parameter shift -&gt; alert raised for the lot.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First lot: only the spec check runs (no previous lot to compare).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Conditions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737360"/>
          <a:ext cx="557784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Threshold (measure)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current - previous &gt; threshold_value_&lt;param&gt;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Threshold (yield)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prev &gt; curr &amp; drop &gt; threshold_value_yield_*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Spec (measure)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current &gt; spec_&lt;param&gt;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Spec (conicity)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outside [-spec_con_kgf, +spec_con_kgf]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Spec (load/press)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outside [target +/- tolerance]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Spec (yield)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current &lt; &lt;yield&gt;_spec_yield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Virgin vs Final yield + what a yield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Virgin vs Final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526694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Virgin = FIRST occurrence of each barcode -&gt; alert_db_virgin_yield
Final = LAST occurrence of each barcode -&gt; alert_db_final_yield (+ dedicated final-yield tables)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84048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Base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737360"/>
            <a:ext cx="526694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yield_percentage = (numerator / denominator) * 100
(0 when denominator =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Rank yields: denominator = tyres with rank 1-5; numerator = tyres with rank 1 or 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rfv / rfh1 / lfv: need BOTH directions valid (1-5); numerator = max of the two direction counts at rank 1-2.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warehouse_yield: denominator = result in {OE1, Repl}; numerator = result == OE1.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visual_yield: based on the repair 'operation' column (how many tyres had no defect operation).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Alert delivery - PDF + Email + Microsoft Teams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trigger_mail.py -&gt; send_alerts()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Reads unsent alerts (alert_flag == False) from the UFM / TBM / Curing triggering collections.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Posts a summary table to Microsoft Teams (send_teams_alert), listing deviated parameters per model with rank counts.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Groups alerts by model number; builds a landscape PDF per alert (header, UFM/BAL/LOAD/YIELDS tables with deviations in red, barcodes, UBNO summary, TBM shift data).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Batches PDFs under 20 MB and emails them via Microsoft Graph sendMail to alert_mail_db.alert_users (is_alert_user == true).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On success -&gt; alert_flag = True so it is never re-sent.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- If mail sending FAILS (expired token / non-202 / exception) -&gt; a SEPARATE Teams webhook posts a failure notice to a fixed recipient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End-to-end run order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6492240" cy="48463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217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main() in app.py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configure_logging()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ensure_admin_collection_exists()</a:t>
            </a:r>
          </a:p>
          <a:p>
            <a:pPr algn="l"/>
            <a:r>
              <a:rPr sz="1200" b="1">
                <a:solidFill>
                  <a:srgbClr val="6A0DAD"/>
                </a:solidFill>
                <a:latin typeface="Calibri"/>
              </a:rPr>
              <a:t>IF CIMCORP data present: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insert raw CIMCORP + TUB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run_data_cleaning()   (clean + merge)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process_lot_and_alert_data()        # UFM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process_tbm_lot_and_alert_data()    # TBM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process_curing..._alerts()          # Curing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  ...without_lot_size() x3</a:t>
            </a:r>
          </a:p>
          <a:p>
            <a:pPr algn="l"/>
            <a:r>
              <a:rPr sz="1200" b="1">
                <a:solidFill>
                  <a:srgbClr val="6A0DAD"/>
                </a:solidFill>
                <a:latin typeface="Calibri"/>
              </a:rPr>
              <a:t>ELSE: TUB only -&gt; UFM without lot size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client.close()</a:t>
            </a:r>
          </a:p>
          <a:p>
            <a:pPr algn="l"/>
            <a:endParaRPr sz="1200" b="0">
              <a:solidFill>
                <a:srgbClr val="444444"/>
              </a:solidFill>
              <a:latin typeface="Calibri"/>
            </a:endParaRPr>
          </a:p>
          <a:p>
            <a:pPr algn="l"/>
            <a:r>
              <a:rPr sz="1200" b="1">
                <a:solidFill>
                  <a:srgbClr val="6A0DAD"/>
                </a:solidFill>
                <a:latin typeface="Calibri"/>
              </a:rPr>
              <a:t>Separately (own cron):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trigger_mail.send_alerts() -&gt; PDF + Email +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Barcode links every stage.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ALL TBM &amp; Curing columns are kept (none dropped).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Specs + previous-lot comparison drive alerts.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Virgin &amp; Final yield give two fair views.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Delay monitors watch data freshness separately.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No application code was changed - docs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dirty="0">
                <a:solidFill>
                  <a:srgbClr val="8FC2F0"/>
                </a:solidFill>
                <a:latin typeface="Calibri"/>
              </a:rPr>
              <a:t>Appendix A</a:t>
            </a:r>
          </a:p>
          <a:p>
            <a:pPr algn="ctr"/>
            <a:r>
              <a:rPr sz="2000" b="0" dirty="0">
                <a:solidFill>
                  <a:srgbClr val="FFFFFF"/>
                </a:solidFill>
                <a:latin typeface="Calibri"/>
              </a:rPr>
              <a:t>data_clean_process_one_day.py  -  Historical / </a:t>
            </a:r>
            <a:r>
              <a:rPr lang="en-US" sz="2000" dirty="0">
                <a:solidFill>
                  <a:srgbClr val="FFFFFF"/>
                </a:solidFill>
                <a:latin typeface="Calibri"/>
              </a:rPr>
              <a:t>Data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Historical twin of app.py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Same STEP1-&gt;STEP4 reading, but fills HISTORICAL data and raises NO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Job: read a time window -&gt; clean -&gt; combine -&gt; store in HISTORICAL MongoDB.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Uses the same barcode-first idea (STEP1 UFM -&gt; STEP2 TBM -&gt; STEP3 Curing -&gt; STEP4 Repair).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No lot / alert / yield-shift logic - cleaning + merge only.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app.py = live alerting; this script = history-filling.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Key differences vs app.py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1737360"/>
          <a:ext cx="566928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7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Historical script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Time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30-minute block by current minute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Query 2 STEP4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repair + visual inspection (+ times)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Target DBs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*_HISTORICAL / *_historical_data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Merge engine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MongoDB-native streaming (5000-row batches)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unique index skips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curing_press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NOT prefixed with 'M'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4 extra + the 30-minute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3774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4 - Repair + Visual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526694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repair.operation  (defect / scrap)
operation_time = repair.timestamp + 5h30m (IST)
visualinspection_time = visualinspection.timestamp + 5h30m (IST)
LEFT JOIN repair AND LEFT JOIN visualinspection on transportationunitid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Active 30-minute window rule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83080"/>
          <a:ext cx="548640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8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Minute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prev hr 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prev hr 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10-29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prev hr :40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this hr :10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30-49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this hr 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this hr 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8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50-59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this hr :20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this hr :50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023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Commented-out alternatives exist (20-min fixed block, manual date range); only the 30-min rule is active.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Extra traceability columns carried to merged records: operation_time(_tub), visualinspection_time(_tub), datetime_dt_tub, datetime_dt_cim, *_tub lookups, tbm_buildtime_shift.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Streaming merge, HISTORICAL destinations &amp; run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Build sku-&gt;modelno map + valid (modelno, gt_code) set from channel config.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build_cimcorp_lookups_complete(): per-barcode CIMCORP fields + full docs.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process_tub_document(): copy CIMCORP as *_tub, apply re-classification C1/C2/C3, set shift.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GT filter: if CIMCORP present keep only valid (modelno, gt_code); if absent keep (SQL pre-filtered by modelno).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create_inner_join_document_complete(): CIMCORP base + all TUB fields + modelno_cimcorp.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chunked_insert(): 5000-row batches; unique index idx_unique_duplicate_detection skips duplicates.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Commented-out backfill_placeholder_values() (disabled).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HISTORICAL destinations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737360"/>
          <a:ext cx="5212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CIMCORP_HISTORICAL_DATA, TUB_HISTORICAL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Cleaned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Data_Clean_*_HISTORICAL_DATA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all_combined_data_historical_data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Merged (final)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TUB_CIMCORP_merged...historical_data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Invalid/dupes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INVALID_ROWS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114800"/>
            <a:ext cx="5212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Run order: insert TUB (+ CIMCORP if present) -&gt; ensure_admin -&gt; run_data_cleaning (clean + push to combined -&gt; MongoDB-native streaming merge). No alerts generated.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dirty="0">
                <a:solidFill>
                  <a:srgbClr val="8FC2F0"/>
                </a:solidFill>
                <a:latin typeface="Calibri"/>
              </a:rPr>
              <a:t>Appendix B</a:t>
            </a:r>
          </a:p>
          <a:p>
            <a:pPr algn="ctr"/>
            <a:r>
              <a:rPr sz="2000" b="0" dirty="0">
                <a:solidFill>
                  <a:srgbClr val="FFFFFF"/>
                </a:solidFill>
                <a:latin typeface="Calibri"/>
              </a:rPr>
              <a:t>data_clean_process_half_hour.py  -  HOME / Half-Hourly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HOME half-hourly cleaning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Runs at :27 and :57, reads the last 1 hour, writes to *_HOME DBs, no alerts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9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6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Script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Nickname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 DBs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When it runs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live alerting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live DBs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hourly, previous full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data_clean_process_one_day.py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historical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*_historical_data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every 30 min (30-min window)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data_clean_process_half_hour.py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HOME (this 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*_HOME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at :27 and :57 (1-hour window)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Same barcode-first STEP1-&gt;STEP4 reading and same C1/C2/C3 re-classification as the other cleaning scripts.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Query 2 here is repair ONLY - no visual inspection and no operation_time / visualinspection_time columns.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curing_press is NOT prefixed with 'M'; CIMCORP is de-duplicated by barcode.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Merge copy runs inside the per-file loop (streaming, 5000-row batches).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Trigger logic (:27 / :57) &amp; HOME destinations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Window rule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5577837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 at (IST)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:27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prev hour 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this hour 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:57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prev hour :38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this hour :38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other (fallback)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prev hour 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+60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56616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3A5F"/>
                </a:solidFill>
                <a:latin typeface="Calibri"/>
              </a:rPr>
              <a:t>- trigger_minutes = (27, 57).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3A5F"/>
                </a:solidFill>
                <a:latin typeface="Calibri"/>
              </a:rPr>
              <a:t>- Lighter unique index: barcode, date, time, tbm_buildtime, curing_infeedtime.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3A5F"/>
                </a:solidFill>
                <a:latin typeface="Calibri"/>
              </a:rPr>
              <a:t>- Commented-out manual date-range block (disabled).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HOME destinations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737360"/>
          <a:ext cx="530351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Raw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CIMCORP_HOME, TUB_HOME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Cleaned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Data_Clean_*_HOME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all_combined_data_home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Merged (final)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TUB_CIMCORP_merged...home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Invalid/dupes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INVALID_ROWS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dirty="0">
                <a:solidFill>
                  <a:srgbClr val="8FC2F0"/>
                </a:solidFill>
                <a:latin typeface="Calibri"/>
              </a:rPr>
              <a:t>Appendix D</a:t>
            </a:r>
          </a:p>
          <a:p>
            <a:pPr algn="ctr"/>
            <a:r>
              <a:rPr sz="2000" b="0" dirty="0">
                <a:solidFill>
                  <a:srgbClr val="FFFFFF"/>
                </a:solidFill>
                <a:latin typeface="Calibri"/>
              </a:rPr>
              <a:t>data_clean_process_visual_data.py  -  Visual Inspection / </a:t>
            </a:r>
            <a:r>
              <a:rPr lang="en-US" sz="2000" b="0" dirty="0">
                <a:solidFill>
                  <a:srgbClr val="FFFFFF"/>
                </a:solidFill>
                <a:latin typeface="Calibri"/>
              </a:rPr>
              <a:t>ALL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SLOBS</a:t>
            </a:r>
            <a:r>
              <a:rPr lang="en-US" sz="2000" b="0" dirty="0">
                <a:solidFill>
                  <a:srgbClr val="FFFFFF"/>
                </a:solidFill>
                <a:latin typeface="Calibri"/>
              </a:rPr>
              <a:t> DATA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Visual / SLOBS data pipeline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Collects only REPAIRED tyres (last 8 hours) - no UFM, no lots, no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Runs at :26 and :56; reads the last 8 hours.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Starts from the TBM table (NOT ubtable); one SQL query only.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Hard filter: repair.operation IS NOT NULL (only repaired tyres).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All timestamps converted UTC-&gt;IST in SQL (CONVERT_TIMEZONE).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3A5F"/>
                </a:solidFill>
                <a:latin typeface="Calibri"/>
              </a:rPr>
              <a:t>- Feeds the visual-inspection + SLOBS (slow-moving/obsolete) dashboards.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Differs from other cleaning scripts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1737360"/>
          <a:ext cx="566928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Visual script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Starting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sc_cimcorp_pcr.tbm (no ubtable)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SQL queries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one (q1 only)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Hard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repair.operation IS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previous 8 hours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visual_data + All_SLOBS_DATA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Lots / alerts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44444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Query, 8-hour window &amp; 3-step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Single query (q1)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526694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FROM tbm LEFT JOIN transportationunit / curing / repair / visualinspection
WHERE tbm.timestamp in window AND repair.operation IS NOT NULL
All times via CONVERT_TIMEZONE('UTC','Asia/Kolkata', 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8-hour window (:26 / :56)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83080"/>
          <a:ext cx="5486398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Run at (IST)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:26 or 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HH:00 minus 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HH:00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12:26 / 12:56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04:00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12:00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The 3-step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365760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365760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1 - Raw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754880"/>
            <a:ext cx="34381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insert_with_timestamp -&gt;
CIMCORP_VISUAL (timestamped)
+ file_metadata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297680"/>
            <a:ext cx="365760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4297680"/>
            <a:ext cx="3657600" cy="384048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429768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2 - Clean + dedupe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754880"/>
            <a:ext cx="34381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clean_cimcorp_data -&gt;
skip existing (barcode,
tbm_buildtime_tub) -&gt;
visual_data.inspection_data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297680"/>
            <a:ext cx="365760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4297680"/>
            <a:ext cx="3657600" cy="384048"/>
          </a:xfrm>
          <a:prstGeom prst="rect">
            <a:avLst/>
          </a:prstGeom>
          <a:solidFill>
            <a:srgbClr val="1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29768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Step 3 - Nested SLOBS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754880"/>
            <a:ext cx="34381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group by (date, gt_code) -&gt;
REPLACE
All_SLOBS_DATA.active_sku_list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8FC2F0"/>
                </a:solidFill>
                <a:latin typeface="Calibri"/>
              </a:rPr>
              <a:t>Appendix F</a:t>
            </a:r>
          </a:p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Data Delay for ALL Schemas &amp; Tables</a:t>
            </a:r>
          </a:p>
          <a:p>
            <a:pPr algn="ctr"/>
            <a:r>
              <a:rPr sz="1300" b="0">
                <a:solidFill>
                  <a:srgbClr val="9FB5CC"/>
                </a:solidFill>
                <a:latin typeface="Calibri"/>
              </a:rPr>
              <a:t>chn_all_schema_data_delay.py (collector) + chn_all_schema_delay.py (Teams sender)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Is every table still fresh?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A collector measures freshness; a sender reports it to Microsoft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39319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Redshift (all schemas)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334670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information_schema.columns -&gt;
every table with a
timestamp column
Prefer updated_at &gt;
created_at &gt; timestamp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657600" cy="39319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384048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37160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Collector (every ~15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828800"/>
            <a:ext cx="34381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chn_all_schema_data_delay.py
MAX(ts) + UTC/IST detect
+ delay + new-row count
+ status (OK/Moderate/STALE)
-&gt; redshift_updates
   (data_flag = False)
-&gt; redshift_checks (archive)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657600" cy="39319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657600" cy="384048"/>
          </a:xfrm>
          <a:prstGeom prst="rect">
            <a:avLst/>
          </a:prstGeom>
          <a:solidFill>
            <a:srgbClr val="1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37160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Teams sender (every ~17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28800"/>
            <a:ext cx="34381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chn_all_schema_delay.py
read data_flag == False
-&gt; HTML summary + table
-&gt; POST to Teams webhook
(20 tables/message)
if all sent -&gt; data_flag =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30175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A0DAD"/>
                </a:solidFill>
                <a:latin typeface="Calibr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30175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A0DAD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Status thresholds, report &amp; the data_flag handshake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Freshness status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5486399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3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2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8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Rule (delay)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OK (green)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&lt;= 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Moderate (orange)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&lt;= 30 min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STALE (red)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&gt; 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8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No Data / Unknown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empty / unparseable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49039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Teams report: summary bar (Total / Synced / Stale / Moderate / No Data) + per-table detail rows.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Detail columns: Table, TS Column, Timezone, Last Record (IST), Delay, New Records, Check Time, Status.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Chunked at 20 tables per message (Part k/N).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data_flag handshake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737360"/>
          <a:ext cx="5303519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8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data_flag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collector writes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set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sender reads unsent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where False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sender posts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set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8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next collector run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archive + new False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393192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Guarantees each result is reported exactly once; a failed Teams post simply retries next run. Differs from chn_data_delay.py, which checks barcode mismatches across a few tables (no Teams sender).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8FC2F0"/>
                </a:solidFill>
                <a:latin typeface="Calibri"/>
              </a:rPr>
              <a:t>Appendix H</a:t>
            </a:r>
          </a:p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Data Gaps Issues</a:t>
            </a:r>
          </a:p>
          <a:p>
            <a:pPr algn="ctr"/>
            <a:r>
              <a:rPr sz="1300" b="0">
                <a:solidFill>
                  <a:srgbClr val="9FB5CC"/>
                </a:solidFill>
                <a:latin typeface="Calibri"/>
              </a:rPr>
              <a:t>chn_data_delay.py (collector) + chn_data_gaps_teams.py (Teams sender)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Did any tyre get lost between stages?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A collector finds missing barcodes; a sender reports the gaps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39319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Redshift (5 source tables)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334670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TUB / TBM / Curing /
AMES / Transportation
rolling 16-minute window
(TUB date+time IST;
others CONVERT_TIMEZONE)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657600" cy="39319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384048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37160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Collector (every ~16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828800"/>
            <a:ext cx="34381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chn_data_delay.py
7 gap checks (e.g.
TUB-not-in-TBM) +
invalid GT/modelno
+ missing barcodes
-&gt; chn_mismatch_update_counts
   (data_flag = False)
-&gt; chn_mismatch_counts (archive)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657600" cy="393192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657600" cy="384048"/>
          </a:xfrm>
          <a:prstGeom prst="rect">
            <a:avLst/>
          </a:prstGeom>
          <a:solidFill>
            <a:srgbClr val="1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37160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Teams sender (every ~18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28800"/>
            <a:ext cx="3438144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chn_data_gaps_teams.py
read data_flag == False
-&gt; 'CHN Data Gap Alert'
   table + invalid-GT block
-&gt; POST to Teams webhook
if sent -&gt; data_flag = 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30175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A0DAD"/>
                </a:solidFill>
                <a:latin typeface="Calibr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30175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A0DAD"/>
                </a:solidFill>
                <a:latin typeface="Calibr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seven gap scenarios &amp; the Teams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Gap scenarios (query_name)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85215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 barcode missing where expected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TUB_not_in_TBM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TUB_not_in_CURING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TBM_not_in_AMES (%WP%)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TUB_not_in_AMES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CURING_not_in_TBM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TBM_not_in_TRANSPORTATION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CURING_not_in_TRANSPORTATION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+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TBM_invalid_gt_modelno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Teams message title: CHN Data Gap Alert (window_start -&gt; window_end).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Gap table columns: Comparison, Source Table, Target Table, Data Gaps, Mismatched Barcodes.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Invalid-GT block: total + per-GT-code table + offending barcodes.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gap_icon: red circle when gap &gt; 0, else green.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data_flag handshake: collector writes False -&gt; sender posts -&gt; set True (report exactly once).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3A5F"/>
                </a:solidFill>
                <a:latin typeface="Calibri"/>
              </a:rPr>
              <a:t>- Differs from Appendix F: F asks 'is each table fresh?'; H asks 'are barcodes missing between stages?'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8FC2F0"/>
                </a:solidFill>
                <a:latin typeface="Calibri"/>
              </a:rPr>
              <a:t>Appendix J</a:t>
            </a:r>
          </a:p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Deployed Crontab &amp; EC2 / RAM Details</a:t>
            </a:r>
          </a:p>
          <a:p>
            <a:pPr algn="ctr"/>
            <a:r>
              <a:rPr sz="1300" b="0">
                <a:solidFill>
                  <a:srgbClr val="9FB5CC"/>
                </a:solidFill>
                <a:latin typeface="Calibri"/>
              </a:rPr>
              <a:t>The actual scheduled .sh jobs on the server, plus server resource usage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Deployed crontab (actual .sh jobs on the server)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As configured on the EC2 server under /home/ec2-user/Alerts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5214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4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2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883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Cron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Shell script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22 * * *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v1/seq_python.sh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Hourly alerts at :22; back-tracks the last 2 hours of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27,57 * * * 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v1/half_hour.sh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Home data at :27 and :57; back-tracks the last 40 minutes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26,56 * * *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v1/visual_data.sh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All SLOBS data at :26 and :56; back-tracks the last 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19,39,59 * * * 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v1/one_day.sh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Historical data every 20 min; back-tracks the last 40 minutes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30 7 * *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v1/database_one_day.sh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Runs Database.py once daily at 07:30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0 2 * * 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shift_wise_alerts/runner.sh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Shift-wise report, daily at 02:00 AM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0 10 * *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shift_wise_alerts/runner.sh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Shift-wise report, daily at 10:00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0 18 * * 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shift_wise_alerts/runner.sh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Shift-wise report, daily at 06:00 PM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883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15 */6 * *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v1/chn_all_schema_data.sh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All CHN schemas &amp; tables, every 6 hours at 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89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16 */6 * * *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v1/chn_tbm_data.sh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CHN data gaps, every 6 hours at :16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EC2 server resource (RAM) optimisation</a:t>
            </a:r>
          </a:p>
          <a:p>
            <a:pPr algn="l"/>
            <a:r>
              <a:rPr sz="1300" b="0">
                <a:solidFill>
                  <a:srgbClr val="CFE0F0"/>
                </a:solidFill>
                <a:latin typeface="Calibri"/>
              </a:rPr>
              <a:t>Two servers: application host and MongoDB storage 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29260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384048"/>
          </a:xfrm>
          <a:prstGeom prst="rect">
            <a:avLst/>
          </a:prstGeom>
          <a:solidFill>
            <a:srgbClr val="0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870"/>
            <a:ext cx="53035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Application server  10.100.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192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.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101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508406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44444"/>
                </a:solidFill>
                <a:latin typeface="Calibri"/>
              </a:rPr>
              <a:t>Role: runs the deployed code
RAM:   64 GB
Storage: 100 GB total
  - Used:      33 GB
  - Available: 67 GB
Healthy headroom.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03520" cy="292608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384048"/>
          </a:xfrm>
          <a:prstGeom prst="rect">
            <a:avLst/>
          </a:prstGeom>
          <a:solidFill>
            <a:srgbClr val="1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870"/>
            <a:ext cx="530352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MongoDB server  10.100.1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92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.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85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920240"/>
            <a:ext cx="5084064" cy="1508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444444"/>
                </a:solidFill>
                <a:latin typeface="Calibri"/>
              </a:rPr>
              <a:t>Role: MongoDB storage
RAM:   32 GB
Storage: </a:t>
            </a:r>
            <a:r>
              <a:rPr lang="en-US" sz="1150" dirty="0">
                <a:solidFill>
                  <a:srgbClr val="444444"/>
                </a:solidFill>
                <a:latin typeface="Calibri"/>
              </a:rPr>
              <a:t>100</a:t>
            </a:r>
            <a:r>
              <a:rPr sz="1150" b="0" dirty="0">
                <a:solidFill>
                  <a:srgbClr val="444444"/>
                </a:solidFill>
                <a:latin typeface="Calibri"/>
              </a:rPr>
              <a:t> GB total
  - Used:      78 GB (over-committed)
  - Available: 23 GB
Storage figures need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8FC2F0"/>
                </a:solidFill>
                <a:latin typeface="Calibri"/>
              </a:rPr>
              <a:t>Appendix K</a:t>
            </a:r>
          </a:p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File &amp; Script Reference Guide</a:t>
            </a:r>
          </a:p>
          <a:p>
            <a:pPr algn="ctr"/>
            <a:r>
              <a:rPr sz="1300" b="0">
                <a:solidFill>
                  <a:srgbClr val="9FB5CC"/>
                </a:solidFill>
                <a:latin typeface="Calibri"/>
              </a:rPr>
              <a:t>What each Python file and shell script does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Python files - reference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5214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Runs the hourly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trigger_mail.py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On hourly alerts: generates PDFs and sends the Teams alerts.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config.py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Alerts config - server and MongoDB connection details.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mail_config.py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Production alert-triggering configuration data.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production_db.py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Populates production_db - stores model_work_center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alert_trigger_param.py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Per lot id/barcode: genealogy, article, charge, charge_history, ST1/ST2 cycle time, ST1/ST2 machine params &amp; recipe-change -&gt; MongoDB db_machine_parametrs_data.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running_python_file_in_sequence.py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Runs the hourly alerts and the Teams alerts in sequence.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database.py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Runs the database.py job.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Python files - reference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521439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0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75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data_clean_process_half_hour.py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Home data -&gt; data_mereged_dashboard_home, data_mereged_tub_home.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data_clean_process_one_day.py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Historical data -&gt; data_mereged_dashboard_historical_data, data_mereged_tub_historical_data.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data_clean_process_visual_data.py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Runs the ALL SLOBS DATA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chn_all_schema_data_delay.py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Fetches the all-schemas freshness data from Redshift.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chn_all_schema_delay.py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Sends the Teams message for the all-schemas-and-tables report.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chn_data_delay.py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Fetches all the data-gap issues from Redshift.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chn_data_gaps_teams.py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44444"/>
                          </a:solidFill>
                        </a:rPr>
                        <a:t>Sends the Teams message for the data-gap issues.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6A0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Shell scripts (cron wrappers) &amp; how files line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Shell scripts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91640"/>
          <a:ext cx="5669279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75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What it runs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seq_python.sh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hourly alerts + Teams (sequence)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half_hour.sh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Home data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one_day.sh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Historical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visual_data.sh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ALL SLOBS DATA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database_one_day.sh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database.py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chn_all_schema_data.sh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CHN all schemas/tables -&gt; Teams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chn_tbm_data.sh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444444"/>
                          </a:solidFill>
                        </a:rPr>
                        <a:t>CHN data gaps -&gt;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Line-up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- Hourly: app.py -&gt; trigger_mail.py (PDF + Teams), run by running_python_file_in_sequence.py (seq_python.sh).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- Home / Historical / SLOBS: the three data_clean_process_* scripts (half_hour / one_day / visual_data .sh).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- Freshness: chn_all_schema_data_delay.py -&gt; chn_all_schema_delay.py (chn_all_schema_data.sh).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- Data gaps: chn_data_delay.py -&gt; chn_data_gaps_teams.py (chn_tbm_data.sh).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3A5F"/>
                </a:solidFill>
                <a:latin typeface="Calibri"/>
              </a:rPr>
              <a:t>- Support: config.py, mail_config.py, production_db.py, alert_trigger_param.py (-&gt; db_machine_parametrs_data).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Calibri"/>
              </a:rPr>
              <a:t>CHN Tyre Quality Data Analysis - Process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5735</Words>
  <Application>Microsoft Office PowerPoint</Application>
  <PresentationFormat>Widescreen</PresentationFormat>
  <Paragraphs>641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Mukesh Automatonai</cp:lastModifiedBy>
  <cp:revision>2</cp:revision>
  <dcterms:created xsi:type="dcterms:W3CDTF">2013-01-27T09:14:16Z</dcterms:created>
  <dcterms:modified xsi:type="dcterms:W3CDTF">2026-10-21T15:19:36Z</dcterms:modified>
  <cp:category/>
</cp:coreProperties>
</file>